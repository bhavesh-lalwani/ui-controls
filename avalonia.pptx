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E29C-92C2-DDB8-2E46-B4FD9628C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91B40-1F6C-3B1B-17C9-553F91A8B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BAB70-F3FC-C1D4-D264-5E28A167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1D174-69C6-1310-09DD-A91BD5B34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4B85-B828-9241-1B04-76C45787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90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E774-C68A-C2FF-47D4-804DCBD9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A950-C55B-C70A-0C77-2DC9B488B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63230-014C-37B3-74E7-EA15161D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88CD-D3F3-32F9-CCCB-1EF34591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99E2C-DB30-73CA-FFDF-06478F49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52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D90-85FC-0E2B-4FCB-7FCEA69D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63581-9D27-9678-780B-C222F09F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30C7A-AA93-9E80-3AAE-1F59B53A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E2B6-8D58-A180-E58D-EE82CD42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E4BE7-7E88-9BB7-59DE-CB6E91C9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48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78E0-23A1-62D0-01A7-2294C975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6B67F-656E-2E10-CCA6-1B0F48627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6964F-06DB-E5E6-DCD6-DFD6E62ED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0C993-3AB2-EB44-91CB-B3B0545C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E3E27-F30B-6DF2-46B2-55D020BC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47024-81C4-E316-E930-CC8F25AF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8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525B-9B2F-BB1D-3B76-CD5EF91B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D5F10-15FD-0860-2F90-21E767BB3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B5914-8D5E-8CD6-2A43-77FF697B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93ECC-9E59-1884-D71F-8773CE44D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16BCB-8D4C-55F3-B2E8-3E517FB47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FA9F8-18C4-B627-6609-1F5C8600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A2680B-8E31-518B-DD6C-918D1AB8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6BC95-3BBB-FF1E-7E96-BB95E645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40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E815-25C1-1075-29BF-0BA8ADD7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73CD39-7F00-5FD6-855D-23F1EECA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2352-52EC-85C7-C1EE-2C7C1431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A43F6-0057-F536-9393-48B2C1FA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5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8C2C2-4EE7-BE99-07A5-B671E1F3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5501FF-47C3-78BE-EA23-303A6A55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EE295-A0B3-1769-B5F3-747213DE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8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E6AA-3016-215F-FE41-5902D4A1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6525-012F-F62B-A5B0-132D1BC8A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53B0A-7357-E1DB-41F6-034205B1A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7C6DD-E5E0-583B-9557-5499A2AA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574FE-45CB-F351-D746-BBDAA695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CFD8A-D838-E1A9-9394-E8543C15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37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404E-EFC4-480C-F54E-FB2C277E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8C0AC-9302-5117-067D-713C1450D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871DE-DACB-82C9-3CBB-BBD38FDD5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2FCC3-5928-B0D9-2C5E-E93DEB60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9F2CF-E0AC-4490-6F15-5D6CFF19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D4A75-94C4-2D06-5F16-3D22185F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3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EB9C-6D27-47E7-40B5-E5AFCEAA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B26BE-BF61-CA69-865E-A2D34C743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80524-C18D-50B6-88CB-83231BC1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310CF-848A-6C49-E567-605EB6A8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A6E4-854E-17B3-F974-6DB43283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14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EDCA0-B74D-2909-3EB5-ED3D2C9CB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E452C-4AC0-344E-6675-70E3B747F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EAAFB-81D2-87D9-080D-A27D4563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284C0-B625-B7A8-5D05-68628575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46A6-F0E8-2A35-D7BB-8775EDD6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7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3D86F-CEAC-E286-C14D-3834D1C4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2E7F9-A636-09CC-CB93-777F5BF01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B83E-2130-F92F-848E-2AD8B171D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CA90E-8537-49EF-A045-6CE360AF760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35397-1221-FCC9-E9E6-D1765E1DE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2F81C-7E43-DE03-1459-696E30C24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B0662-A6F6-4899-9A25-763DE6DBF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2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A90265-F045-17AF-5326-DC2982D1E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12" y="411080"/>
            <a:ext cx="11618845" cy="633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0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0433AD-FB16-5399-F4AB-93DFD1DD0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6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42F6A-1541-4476-D719-CAED188BA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5" y="43998"/>
            <a:ext cx="11191148" cy="677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07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BEFA6-5942-4122-BEDC-51F41272CE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217"/>
          <a:stretch>
            <a:fillRect/>
          </a:stretch>
        </p:blipFill>
        <p:spPr>
          <a:xfrm>
            <a:off x="132521" y="275811"/>
            <a:ext cx="11787499" cy="514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0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EE049-6CB1-59B4-75A4-8F9F2B7C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94"/>
          <a:stretch>
            <a:fillRect/>
          </a:stretch>
        </p:blipFill>
        <p:spPr>
          <a:xfrm>
            <a:off x="365262" y="483497"/>
            <a:ext cx="11395479" cy="60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0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AA02E-269C-8EB6-D09A-D4C081EF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870"/>
          <a:stretch>
            <a:fillRect/>
          </a:stretch>
        </p:blipFill>
        <p:spPr>
          <a:xfrm>
            <a:off x="147428" y="561561"/>
            <a:ext cx="11847007" cy="58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7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564861-0328-18E9-FEA2-B7696C33F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10"/>
          <a:stretch>
            <a:fillRect/>
          </a:stretch>
        </p:blipFill>
        <p:spPr>
          <a:xfrm>
            <a:off x="152788" y="372716"/>
            <a:ext cx="11429612" cy="609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2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7E12D-D474-EDE8-870F-733469B75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102"/>
          <a:stretch>
            <a:fillRect/>
          </a:stretch>
        </p:blipFill>
        <p:spPr>
          <a:xfrm>
            <a:off x="62948" y="586408"/>
            <a:ext cx="10972800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6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1B5B9-4223-30B3-612D-005F40FB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29"/>
          <a:stretch>
            <a:fillRect/>
          </a:stretch>
        </p:blipFill>
        <p:spPr>
          <a:xfrm>
            <a:off x="460513" y="241024"/>
            <a:ext cx="10972800" cy="637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0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7D40A-03C3-1A82-50B7-90C2942CD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83"/>
          <a:stretch>
            <a:fillRect/>
          </a:stretch>
        </p:blipFill>
        <p:spPr>
          <a:xfrm>
            <a:off x="415787" y="283265"/>
            <a:ext cx="10972800" cy="618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1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7B07B-5954-AD82-32E1-D093F7A69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62"/>
          <a:stretch>
            <a:fillRect/>
          </a:stretch>
        </p:blipFill>
        <p:spPr>
          <a:xfrm>
            <a:off x="564874" y="283265"/>
            <a:ext cx="10972800" cy="649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9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89FBD-0A66-081B-6F01-7404A021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71"/>
          <a:stretch>
            <a:fillRect/>
          </a:stretch>
        </p:blipFill>
        <p:spPr>
          <a:xfrm>
            <a:off x="485361" y="213691"/>
            <a:ext cx="10972800" cy="631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41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Lalwani</dc:creator>
  <cp:lastModifiedBy>Bhavesh Lalwani</cp:lastModifiedBy>
  <cp:revision>7</cp:revision>
  <dcterms:created xsi:type="dcterms:W3CDTF">2026-04-01T12:33:17Z</dcterms:created>
  <dcterms:modified xsi:type="dcterms:W3CDTF">2026-04-01T20:22:31Z</dcterms:modified>
</cp:coreProperties>
</file>