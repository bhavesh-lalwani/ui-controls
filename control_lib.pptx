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235EA-3778-E4A9-C395-5068206B0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70FD5-7FB8-069A-CFFA-C9248B04C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F5014-2AAE-1251-77B3-4CA8D02B1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ED94-E1AB-4B1B-8DC8-9D360553EC3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F85A0-4AF8-084A-906C-427379C4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3A3AF-C02F-2D37-3841-A2C32B03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8F207-3681-479E-A7C7-C6AAA439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07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D4787-C993-5D7D-E918-E96A817A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DAD28-AD20-B966-3204-C22F8F4CB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EF40-9BEE-23EB-85B6-FBD7B84CC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ED94-E1AB-4B1B-8DC8-9D360553EC3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99312-AB32-ED0C-43CA-996633E3A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697DF-B841-FB40-E720-0D68668E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8F207-3681-479E-A7C7-C6AAA439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75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29FF-16C3-FF78-6FE1-65997E08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1F613-8512-1351-A867-5753A2D51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A9493-9BFA-C8B2-EDD4-587E80439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ED94-E1AB-4B1B-8DC8-9D360553EC3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C514D-16CB-CF87-11EB-1CD4D2D9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EFA56-2192-23CB-9517-70AAAC5DC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8F207-3681-479E-A7C7-C6AAA439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80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DA64-CE52-9563-5A7A-79F23FB2D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F1342-4113-3CD9-762A-46B800EFF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324086-95EC-95A6-06B9-62F3EED9B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8CA69-CABC-664D-3B7C-165163A4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ED94-E1AB-4B1B-8DC8-9D360553EC3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DC4B2-2EB1-DD02-A054-D9A3381A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DEE49-9B8B-10D2-CCBE-E8595E587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8F207-3681-479E-A7C7-C6AAA439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105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9088-8E46-5E44-D2D2-3386653FD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7158C-E74C-2FDD-2937-1311149A0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EC2F6-95A7-162F-3E1D-F9D565ACF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ED81E-BA68-7084-CF8E-1397A51B43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ADFC2-AD84-9038-CD07-15BC9091D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59A0B-B2EC-391B-F1AD-68BE93024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ED94-E1AB-4B1B-8DC8-9D360553EC3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3FFE63-A501-4427-7155-A59C21B6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C8356-C29B-4ECE-A0BB-6C094D70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8F207-3681-479E-A7C7-C6AAA439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588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F4031-2A06-EEA5-5946-1C177962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A1FA4F-572D-B0DC-DA22-0F79C235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ED94-E1AB-4B1B-8DC8-9D360553EC3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74D5F-1768-9566-A1A6-3B231E1A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7025C-D8B2-AEFD-480A-B7BEF5B6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8F207-3681-479E-A7C7-C6AAA439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018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779F1D-3DEC-37E0-EE4A-5C03F79BA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ED94-E1AB-4B1B-8DC8-9D360553EC3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90C60E-3B74-0345-56C5-D9772F92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F0891-114E-7068-7B95-E5C865E1A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8F207-3681-479E-A7C7-C6AAA439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328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F3880-804B-075A-6672-2A4FE6B26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E9EF4-6AFA-D7B5-7872-DCE580DFE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B1B67-E957-4CDA-FAC9-5825520D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A4C45-F6DF-CD82-E847-8F6BFD88D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ED94-E1AB-4B1B-8DC8-9D360553EC3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FC992-9599-FC83-BA39-EB1E9A28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BD6CC-237D-5A74-206D-8B3A411C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8F207-3681-479E-A7C7-C6AAA439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999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EA70D-39C0-7B60-AADA-BAFEECB0C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2CC15-7CD1-A7EB-B7D0-B4A3EA0A85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2C7DA-9CDA-5CBB-D9D5-C53C2D5D1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DDF5F-7A17-3810-DD8F-5FEA3FAC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ED94-E1AB-4B1B-8DC8-9D360553EC3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50267-79F8-AB4D-FA67-E10E2ACA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0C100-0BC3-6F5A-CDA9-2804E0C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8F207-3681-479E-A7C7-C6AAA439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339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AAEB-70C4-B312-FD81-614ECFD9D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7A65E-1AE1-899B-7843-5292655D2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F9D42-51E4-8A5F-084C-D865CE1A9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ED94-E1AB-4B1B-8DC8-9D360553EC3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13842-99C1-1606-974B-7F8EAFE1B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50F06-4488-07CD-23BF-BB4C390E0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8F207-3681-479E-A7C7-C6AAA439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36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61896A-2C21-8CC1-6B5B-CCA37AD11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440E5-259E-36A9-15E8-8C6DCE738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BFE84-DFA3-1CE7-FF6D-25271224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ED94-E1AB-4B1B-8DC8-9D360553EC3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8D74D-C006-AF06-CAB5-82139C37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67B2A-9E9F-F553-6570-3AFBF98F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8F207-3681-479E-A7C7-C6AAA439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94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9FB25E-5EAA-BCE2-A28A-A76997E1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62A63-656A-BD94-9640-9688FC8DE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5EFAD-BBFE-8FFB-E772-BD800B74E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0ED94-E1AB-4B1B-8DC8-9D360553EC3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50381-71B4-72D0-0F96-70D941647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19732-A27E-A747-1174-E863D3727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8F207-3681-479E-A7C7-C6AAA439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62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C685F-CEF6-A472-6D9B-B42202F3BE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8C4CB-4113-A708-4365-B5753A977E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95606-136E-30F5-E9A6-B7886783D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35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6AD090-032B-1E07-6EB3-4FF0690F9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37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217672-2590-A00F-B991-116078211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12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B6C7DC-5839-64AE-AB6F-5C79F9992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792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0E7EE2-214F-4F2B-DA3E-9097E0EF7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9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A7D811-4BB8-AB08-6BBB-A743E7002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29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1CF4C-580A-73FA-228F-D9D1C6F7F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06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7ADE3C-8B8C-EA2F-6DFF-666B045C6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92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2E1AFD-C537-8A64-CE04-CC6D4AE19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19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76F0A6-6031-F5F9-3C94-1114BD7EA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03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Bhavesh Lalwani</dc:creator>
  <cp:lastModifiedBy>Bhavesh Lalwani</cp:lastModifiedBy>
  <cp:revision>2</cp:revision>
  <dcterms:created xsi:type="dcterms:W3CDTF">2026-05-08T05:45:11Z</dcterms:created>
  <dcterms:modified xsi:type="dcterms:W3CDTF">2026-05-08T05:56:15Z</dcterms:modified>
</cp:coreProperties>
</file>